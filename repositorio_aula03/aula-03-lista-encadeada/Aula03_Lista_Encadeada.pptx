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ESTRUTURA DE DADOS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Encadeada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Estrutura, ponteiros, variações e custo das operações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9260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IFSP Câmpus Campos do Jordão  |  Tecnologia em ADS  |  Prof. Geterson Policarpo Nunes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1  |  O PROBLEMA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vetor com tamanho fixo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 turma tem 5 alunos cadastrados em um vetor. Chega um aluno novo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ele precisa entrar na segunda posição da lista.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5852160" cy="1371600"/>
          </a:xfrm>
          <a:prstGeom prst="roundRect">
            <a:avLst>
              <a:gd name="adj" fmla="val 3333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15184"/>
            <a:ext cx="5394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alunos[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F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 agora, onde colocamos o 15?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75120" y="2148840"/>
            <a:ext cx="4983480" cy="3749040"/>
          </a:xfrm>
          <a:prstGeom prst="roundRect">
            <a:avLst>
              <a:gd name="adj" fmla="val 1463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152" y="231343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Duas dificuldades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31152" y="2752344"/>
            <a:ext cx="4471416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vetor já nasceu com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posições. Para crescer,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 preciso criar outro vetor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maior e copiar tudo.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abrir espaço na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posição 1, os elementos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seguintes precisam ser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deslocados.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40690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vetor guarda os dados em posições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vizinhas na memória. Essa vizinhança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 a força dele, e também o limite.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1  |  A IDEIA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dado guarda o endereço do próximo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cada elemento souber onde está o próximo, eles não precisam ser vizinhos na memória.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1E1F2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3509" y="2286000"/>
            <a:ext cx="12802" cy="777240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86000"/>
            <a:ext cx="11905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13509" y="2286000"/>
            <a:ext cx="7296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2674620"/>
            <a:ext cx="566928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10128" y="228600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1E1F2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00677" y="2286000"/>
            <a:ext cx="12802" cy="777240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286000"/>
            <a:ext cx="11905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00677" y="2286000"/>
            <a:ext cx="7296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30368" y="2674620"/>
            <a:ext cx="566928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97296" y="228600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1E1F2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87845" y="2286000"/>
            <a:ext cx="12802" cy="777240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97296" y="2286000"/>
            <a:ext cx="11905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87845" y="2286000"/>
            <a:ext cx="7296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17536" y="2674620"/>
            <a:ext cx="453542" cy="0"/>
          </a:xfrm>
          <a:prstGeom prst="line">
            <a:avLst/>
          </a:prstGeom>
          <a:noFill/>
          <a:ln w="25400">
            <a:solidFill>
              <a:srgbClr val="9BA1A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284464" y="24917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nullptr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352044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caixa dessas se chama nó. Um nó guarda duas coisas: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dado que interessa, e o endereço do próximo nó.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último nó aponta para nullptr, que significa fim da lista.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1  |  COMPARAÇÃO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Vetor e lista encadeada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81912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020824"/>
            <a:ext cx="4974336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Posições vizinhas na memória.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 definido na criação.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Acesso direto por índice,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alunos[3] chega lá de imediato.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Inserir no meio exige deslocar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elementos seguintes.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581912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encadeada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28232" y="2020824"/>
            <a:ext cx="4974336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Nós espalhados na memória,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ligados por endereços.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Cresce enquanto houver memória.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acesso direto, é preciso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caminhar desde o primeiro nó.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Inserir no meio é só trocar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dois endereços.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Nenhuma das duas é melhor sempre. Elas trocam uma vantagem por outra.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1  |  CONSTATAÇÃO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que precisamos para construir isso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764792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203704"/>
            <a:ext cx="49743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juntar em um só tipo o dado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o endereço do próximo nó.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764792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ponteiro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28232" y="2203704"/>
            <a:ext cx="49743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guardar o endereço de um nó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chegar até ele.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3840480"/>
            <a:ext cx="11155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duas ferramentas já foram vistas. A partir daqui elas deixam de ser assunto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solto e passam a ser o material com que a lista é construída.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Vamos retomar uma de cada vez, e a cada retomada você escreve código.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2  |  STRUCT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Agrupar dados sob um mesmo nome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 struct cria um tipo novo, formado por outros campos.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5669280" cy="1920240"/>
          </a:xfrm>
          <a:prstGeom prst="roundRect">
            <a:avLst>
              <a:gd name="adj" fmla="val 2381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57984"/>
            <a:ext cx="5212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Aluno {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 primeiro;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primeiro.nome =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8B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2552" y="2176272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Acesso aos campos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02552" y="2615184"/>
            <a:ext cx="47000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o ponto, quando se tem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variável: primeiro.nome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nó da lista é uma struct com dois campos: o valor que ele guarda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o endereço do próximo nó. Esse segundo campo é um ponteiro para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outra struct do mesmo tipo.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2  |  STRUCT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struct No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6400800" cy="2103120"/>
          </a:xfrm>
          <a:prstGeom prst="roundRect">
            <a:avLst>
              <a:gd name="adj" fmla="val 2174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09344"/>
            <a:ext cx="59436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 {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valor;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No* proximo;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78040" y="1463040"/>
            <a:ext cx="4480560" cy="2103120"/>
          </a:xfrm>
          <a:prstGeom prst="roundRect">
            <a:avLst>
              <a:gd name="adj" fmla="val 260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34072" y="1627632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Leitura do código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34072" y="2066544"/>
            <a:ext cx="39684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guarda o dado.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proximo guarda o endereço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outro No.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388620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asterisco em No* proximo indica que esse campo não guarda um nó inteiro,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 o endereço de um nó.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 struct pode conter um ponteiro para ela mesma. É isso que permite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um nó aponte para outro nó.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2  |  EXERCÍCIO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Criar o primeiro nó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55680" cy="2834640"/>
          </a:xfrm>
          <a:prstGeom prst="roundRect">
            <a:avLst>
              <a:gd name="adj" fmla="val 1935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2763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repositório, arquivo exercicio1_no.cpp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066544"/>
            <a:ext cx="106436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a struct No, com um campo de valor inteiro e um campo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ponteiro para o próximo nó.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Crie um nó com o valor 10 e deixe o campo proximo como nullptr.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Imprima o valor guardado nesse nó.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4572000"/>
            <a:ext cx="11155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arquivo já está no repositório com os passos comentados.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 os comentários na ordem em que aparecem.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2  |  EXERCÍCIO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6949440" cy="4023360"/>
          </a:xfrm>
          <a:prstGeom prst="roundRect">
            <a:avLst>
              <a:gd name="adj" fmla="val 1136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63624"/>
            <a:ext cx="649224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 {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valor;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No* proximo;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 primeiro;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primeiro.valor =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primeiro.proximo =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nullptr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primeiro.valor;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80960" y="1371600"/>
            <a:ext cx="3977640" cy="4434840"/>
          </a:xfrm>
          <a:prstGeom prst="roundRect">
            <a:avLst>
              <a:gd name="adj" fmla="val 137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36992" y="1536192"/>
            <a:ext cx="3465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Pontos de atenção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36992" y="1975104"/>
            <a:ext cx="3465576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ponto e vírgula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 da chave que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 a struct.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proximo começa em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nullptr, porque ainda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não há próximo nó.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nó é variável comum,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então o acesso é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ponto.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3  |  PONTEIRO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Endereço e valor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 variável ocupa um endereço na memória. Um ponteiro guarda esse endereço.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6035040" cy="2011680"/>
          </a:xfrm>
          <a:prstGeom prst="roundRect">
            <a:avLst>
              <a:gd name="adj" fmla="val 2273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57984"/>
            <a:ext cx="5577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=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enderecoIdade = &amp;idade;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idade;          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F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42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enderecoIdade;  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F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0x7ffd...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*enderecoIdade; 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F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12280" y="2011680"/>
            <a:ext cx="4846320" cy="2011680"/>
          </a:xfrm>
          <a:prstGeom prst="roundRect">
            <a:avLst>
              <a:gd name="adj" fmla="val 2727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68312" y="2176272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Dois operadores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68312" y="2615184"/>
            <a:ext cx="43342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&amp;idade devolve o endereço.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*enderecoIdade devolve 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que está lá.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4343400"/>
            <a:ext cx="11155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asterisco tem dois papéis. Na declaração, int* diz que a variável é um ponteiro.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uso, *ponteiro chega ao valor apontado.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3  |  PONTEIRO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Criar nós em tempo de execução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nós da lista não existem no início do programa, eles nascem conforme a lista cresce.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6309360" cy="2286000"/>
          </a:xfrm>
          <a:prstGeom prst="roundRect">
            <a:avLst>
              <a:gd name="adj" fmla="val 2000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66544"/>
            <a:ext cx="58521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No* primeiro = 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No;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primeiro-&gt;valor = 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primeiro-&gt;proximo = 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nullptr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primeiro;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040880" y="1920240"/>
            <a:ext cx="4617720" cy="2286000"/>
          </a:xfrm>
          <a:prstGeom prst="roundRect">
            <a:avLst>
              <a:gd name="adj" fmla="val 2400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96912" y="2084832"/>
            <a:ext cx="4105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operador seta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96912" y="2523744"/>
            <a:ext cx="41056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ponteiro, o acesso ao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campo usa a seta.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primeiro-&gt;valor equivale 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(*primeiro).valor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reserva memória e devolve o endereço do nó criado.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devolve essa memória ao sistema quando o nó não é mais necessário.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3  |  EXERCÍCIO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Ligar os nós e percorrer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55680" cy="3017520"/>
          </a:xfrm>
          <a:prstGeom prst="roundRect">
            <a:avLst>
              <a:gd name="adj" fmla="val 1818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2763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repositório, arquivo exercicio2_encadeamento.cpp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066544"/>
            <a:ext cx="1064361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Crie três nós com new, guardando os valores 10, 20 e 30.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Ligue o primeiro ao segundo e o segundo ao terceiro. O terceiro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aponta para nullptr.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Percorra a lista a partir do primeiro nó, imprimindo cada valor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até chegar ao fim.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47548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Saída esperada:  10 20 30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3  |  EXERCÍCIO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7315200" cy="4297680"/>
          </a:xfrm>
          <a:prstGeom prst="roundRect">
            <a:avLst>
              <a:gd name="adj" fmla="val 1064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17904"/>
            <a:ext cx="685800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No* primeiro =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primeiro-&gt;valor =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No* segundo =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segundo-&gt;valor =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No* terceiro =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terceiro-&gt;valor =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primeiro-&gt;proximo = segundo;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segundo-&gt;proximo = terceiro;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terceiro-&gt;proximo =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nullptr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No* atual = primeiro;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(atual !=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nullptr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atual-&gt;valor &lt;&lt;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8B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atual = atual-&gt;proximo;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2752" y="153619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Pontos de atenção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02752" y="1975104"/>
            <a:ext cx="309981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atual é um ponteiro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caminha pela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parada é atual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igual a nullptr, não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contador.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lista não sabe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quantos nós tem.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Só sabe onde começa.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4  |  VARIAÇÃO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duplamente encadeada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 lista simples só dá para andar em um sentido. Estando no terceiro nó,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não há como voltar ao segundo.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solução é cada nó guardar também o endereço do anterior.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5760720" cy="2103120"/>
          </a:xfrm>
          <a:prstGeom prst="roundRect">
            <a:avLst>
              <a:gd name="adj" fmla="val 2174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9504"/>
            <a:ext cx="53035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 {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valor;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No* anterior;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No* proximo;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37960" y="274320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2907792"/>
            <a:ext cx="4608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muda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93992" y="3346704"/>
            <a:ext cx="46085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campo a mais por nó.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 ligação passa a ser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feita nos dois sentidos.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4  |  EXERCÍCIO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Ligar nos dois sentidos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55680" cy="3017520"/>
          </a:xfrm>
          <a:prstGeom prst="roundRect">
            <a:avLst>
              <a:gd name="adj" fmla="val 1818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2763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repositório, arquivo exercicio3_duplamente.cpp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066544"/>
            <a:ext cx="1064361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Acrescente o campo anterior à struct No.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Crie três nós com os valores 10, 20 e 30 e ligue-os nos dois sentidos.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anterior do primeiro e o proximo do último ficam como nullptr.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Percorra a lista do último nó até o primeiro, imprimindo os valores.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47548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Saída esperada:  30 20 10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4  |  EXERCÍCIO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7315200" cy="4297680"/>
          </a:xfrm>
          <a:prstGeom prst="roundRect">
            <a:avLst>
              <a:gd name="adj" fmla="val 1064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17904"/>
            <a:ext cx="685800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primeiro-&gt;anterior =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nullptr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primeiro-&gt;proximo = segundo;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segundo-&gt;anterior = primeiro;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segundo-&gt;proximo = terceiro;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terceiro-&gt;anterior = segundo;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terceiro-&gt;proximo =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nullptr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No* atual = terceiro;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(atual !=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nullptr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atual-&gt;valor &lt;&lt;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8B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atual = atual-&gt;anterior;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611880" cy="4297680"/>
          </a:xfrm>
          <a:prstGeom prst="roundRect">
            <a:avLst>
              <a:gd name="adj" fmla="val 151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2752" y="153619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Pontos de atenção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02752" y="1975104"/>
            <a:ext cx="309981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ligação aparece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duas vezes, uma em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sentido.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percorrer de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trás para frente, 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ponto de partida é 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último nó, e o passo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 anterior.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5  |  VARIAÇÃO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circular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 lista circular o último nó não aponta para nullptr. Ele aponta de volta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o primeiro, e a lista não tem fim.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237744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1E1F2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9696" y="2377440"/>
            <a:ext cx="12802" cy="777240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77440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39696" y="2377440"/>
            <a:ext cx="69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2766060"/>
            <a:ext cx="566928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01568" y="237744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1E1F2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35424" y="2377440"/>
            <a:ext cx="12802" cy="777240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2377440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35424" y="2377440"/>
            <a:ext cx="69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30368" y="2766060"/>
            <a:ext cx="566928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97296" y="237744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1E1F2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31152" y="2377440"/>
            <a:ext cx="12802" cy="777240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97296" y="2377440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31152" y="2377440"/>
            <a:ext cx="69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35240" y="2761488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2761488"/>
            <a:ext cx="0" cy="96012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721608"/>
            <a:ext cx="7086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3721608"/>
            <a:ext cx="0" cy="-566928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74320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último volta para o primeiro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" y="4389120"/>
            <a:ext cx="11155680" cy="1600200"/>
          </a:xfrm>
          <a:prstGeom prst="roundRect">
            <a:avLst>
              <a:gd name="adj" fmla="val 342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455371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Cuidado com a parada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8952" y="4992624"/>
            <a:ext cx="106436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Testar atual diferente de nullptr não funciona, porque nunca chega a nullptr.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parada passa a ser o retorno ao nó de partida.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5  |  EXERCÍCIO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Fechar o ciclo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55680" cy="3017520"/>
          </a:xfrm>
          <a:prstGeom prst="roundRect">
            <a:avLst>
              <a:gd name="adj" fmla="val 1818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2763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repositório, arquivo exercicio4_circular.cpp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066544"/>
            <a:ext cx="1064361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Crie três nós com os valores 10, 20 e 30, ligados em sequência.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Faça o terceiro nó apontar de volta para o primeiro.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Percorra a lista dando exatamente uma volta completa, imprimindo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valores, e pare ao retornar ao nó de partida.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47548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Saída esperada:  10 20 30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5  |  EXERCÍCIO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7315200" cy="4297680"/>
          </a:xfrm>
          <a:prstGeom prst="roundRect">
            <a:avLst>
              <a:gd name="adj" fmla="val 1064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17904"/>
            <a:ext cx="685800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primeiro-&gt;proximo = segundo;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segundo-&gt;proximo = terceiro;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terceiro-&gt;proximo = primeiro;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No* atual = primeiro;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atual-&gt;valor &lt;&lt;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8B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atual = atual-&gt;proximo;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(atual != primeiro);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611880" cy="4297680"/>
          </a:xfrm>
          <a:prstGeom prst="roundRect">
            <a:avLst>
              <a:gd name="adj" fmla="val 151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2752" y="153619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Pontos de atenção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02752" y="1975104"/>
            <a:ext cx="309981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do while imprime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 de testar,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então o primeiro nó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aparece uma vez.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o teste viesse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antes, a condição já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 falsa na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partida e nada seria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impresso.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6  |  CUSTO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Quanto custa cada operação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notação O descreve como o custo cresce quando a estrutura aumenta.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Não mede segundos, mede quantos passos são necessários.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23160"/>
          <a:ext cx="1115568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91840"/>
                <a:gridCol w="32918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3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Operação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3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Vetor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3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Lista encadeada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Acessar a posição k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2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Buscar um valor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Inserir no início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2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Inserir no fim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Remover do início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8E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2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6  |  CUSTO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onde vem cada custo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81912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que O(1) no vetor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020824"/>
            <a:ext cx="497433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vetor ocupa posições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vizinhas. Sabendo o início,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chega-se direto à posição k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uma conta.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581912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que O(n) na lista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28232" y="2020824"/>
            <a:ext cx="497433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nós estão espalhados.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chegar ao terceiro,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 preciso passar pelo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 e pelo segundo.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11155680" cy="1874520"/>
          </a:xfrm>
          <a:prstGeom prst="roundRect">
            <a:avLst>
              <a:gd name="adj" fmla="val 2927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91363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troca que a lista oferece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352544"/>
            <a:ext cx="1064361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lista perde no acesso e ganha na inserção pela ponta. Inserir no início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 só criar um nó e trocar dois endereços, sem deslocar nada.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Foi exatamente essa dificuldade do vetor que abriu esta aula.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7  |  PRÉVIA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onde isso leva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Restringindo por onde se entra e por onde se sai, a lista vira outras estruturas.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566160" cy="2834640"/>
          </a:xfrm>
          <a:prstGeom prst="roundRect">
            <a:avLst>
              <a:gd name="adj" fmla="val 1935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130552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Pilha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952" y="2569464"/>
            <a:ext cx="30540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 e sai pela mesma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último a entrar é 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 a sair.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566160" cy="2834640"/>
          </a:xfrm>
          <a:prstGeom prst="roundRect">
            <a:avLst>
              <a:gd name="adj" fmla="val 1935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130552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53712" y="2569464"/>
            <a:ext cx="30540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 por uma ponta 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sai pela outra.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primeiro a entrar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 o primeiro a sair.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1965960"/>
            <a:ext cx="3566160" cy="2834640"/>
          </a:xfrm>
          <a:prstGeom prst="roundRect">
            <a:avLst>
              <a:gd name="adj" fmla="val 1935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2130552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48472" y="2569464"/>
            <a:ext cx="30540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 e sai pelas duas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pontas.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 os dois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comportamentos.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Assunto da próxima aula, já usando a biblioteca padrão do C++.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FECHAMENTO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fica desta aula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155680" cy="4206240"/>
          </a:xfrm>
          <a:prstGeom prst="roundRect">
            <a:avLst>
              <a:gd name="adj" fmla="val 1304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81912"/>
            <a:ext cx="10643616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nó é uma struct que guarda um dado e o endereço do próximo nó.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lista encadeada não precisa de posições vizinhas na memória, então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cresce sem limite prévio e insere pela ponta sem deslocar nada.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 troca, não existe acesso direto. Chegar a um nó exige caminhar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desde o primeiro, e isso é o O(n) da tabela.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variações mudam o que cada nó guarda. A duplamente encadeada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acrescenta o anterior, a circular fecha o ciclo no último nó.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 próxima aula, pilha, fila e deque.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Lista Encadeada</dc:title>
  <dc:subject>PptxGenJS Presentation</dc:subject>
  <dc:creator>Geterson Policarpo Nunes</dc:creator>
  <cp:lastModifiedBy>Geterson Policarpo Nunes</cp:lastModifiedBy>
  <cp:revision>1</cp:revision>
  <dcterms:created xsi:type="dcterms:W3CDTF">2026-08-14T20:42:45Z</dcterms:created>
  <dcterms:modified xsi:type="dcterms:W3CDTF">2026-08-14T20:42:45Z</dcterms:modified>
</cp:coreProperties>
</file>